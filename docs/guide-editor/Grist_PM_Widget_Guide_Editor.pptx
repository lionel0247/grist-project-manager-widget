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6459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Grist Project Manager Widget</a:t>
            </a:r>
          </a:p>
          <a:p>
            <a:pPr algn="l"/>
            <a:r>
              <a:rPr sz="2400">
                <a:solidFill>
                  <a:srgbClr val="FFFFFF"/>
                </a:solidFill>
              </a:rPr>
              <a:t>Guide de prise en main — Profil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FFFFFF"/>
                </a:solidFill>
              </a:rPr>
              <a:t>Suivi de l'activité : tâches, projets, planning, charge et absences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" cy="1463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Introduction</a:t>
            </a:r>
          </a:p>
          <a:p>
            <a:r>
              <a:rPr sz="1500" i="1">
                <a:solidFill>
                  <a:srgbClr val="FFFFFF"/>
                </a:solidFill>
              </a:rPr>
              <a:t>Le rôle Editor dans Grist : lire et modifier les données, sans toucher à la structure du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Profil concerné : l'Editor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Utilisateur Grist habilité à consulter et à enrichir les données (tâches, sous-tâches, commentaires, pièces jointes), mais qui ne peut ni modifier la structure du document, ni configurer le widget.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Un poste de suivi d'activité unifié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Tâches, projets, planning, charge de travail et absences réunis dans une seule interface, alimentée directement par les tables Grist du document.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Périmètre réservé à l'Owner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Création / modification / suppression de projets, mapping de colonnes, gestion de l'équipe, suppression définitive d'une tâche, configuration du widget : ces actions ne sont pas disponibles pour l'Editor.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Adaptation automatique de l'interface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Le widget détecte le rôle à l'ouverture et masque les onglets et boutons non accessibles à l'Editor : pas de bouton « Nouveau projet », pas de corbeille sur les tâches, onglets Équipe / Templates / Paramètres masqués.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" cy="1463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Tableau de bord et navigation</a:t>
            </a:r>
          </a:p>
          <a:p>
            <a:r>
              <a:rPr sz="1500" i="1">
                <a:solidFill>
                  <a:srgbClr val="FFFFFF"/>
                </a:solidFill>
              </a:rPr>
              <a:t>Onglets visibles et adaptés au profil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Onglets accessibles à l'Editor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Calendrier — vue par mois / semaine / jour des échéances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Tâches — vue tableau avec édition en ligne, tri et recherche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Kanban — tableau de type À faire / En cours / Terminé (statuts personnalisés possibles)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Gantt — timeline avec zoom (jours, semaines, mois, année) et navigation par année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Planning — vue planche sur 6 mois pour anticiper la charge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Projets — liste des projets et avancement des tâches rattachées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Stats — affichées uniquement si l'Owner ne les a pas masquées via les permissions du widget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Onglets masqués par défaut (réservés Owner)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Équipe, Templates, Paramètres, et éventuellement Stats : non visibles pour l'Editor.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Barre de filtres commune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Filtres par projet, responsable, statut, priorité, catégorie, tag, groupe — plus le filtre « Mes projets ». Les filtres actifs sont mémorisés au changement d'onglet et au rechargement.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" cy="1463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Suivi des tâches au quotidien</a:t>
            </a:r>
          </a:p>
          <a:p>
            <a:r>
              <a:rPr sz="1500" i="1">
                <a:solidFill>
                  <a:srgbClr val="FFFFFF"/>
                </a:solidFill>
              </a:rPr>
              <a:t>Cinq vues complémentaires pour piloter ses tâches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Vue Calendrier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Visualisation mois / semaine / jour des échéances ; cliquer sur un jour crée une tâche datée ce jour-là.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Vue Kanban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Glisser-déposer des cartes de tâches entre colonnes de statut (À faire, En cours, Terminé + statuts personnalisés définis par l'Owner).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Vue Tableau (Tâches)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Édition en ligne des champs, tri par colonne, recherche par mots-clés, badges de statut, priorité et sous-tâches (ex. 3/5 terminées).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Vue Gantt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Timeline des tâches et sous-tâches avec niveaux de zoom (jours, semaines, mois, année complète) et navigation par année.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Vue Planning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Vue planche par défaut sur le 1er jour du mois courant, profondeur de 6 mois, pour anticiper la charge et les conflits d'échéance.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Filtres « Mes projets » et « Mes tâches »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Bouton « Mes projets » pour ne garder que les projets créés par moi ou qui me sont assignés ; les filtres actifs sont rappelés dans un bandeau en haut de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" cy="1463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Création et édition d'une tâche</a:t>
            </a:r>
          </a:p>
          <a:p>
            <a:r>
              <a:rPr sz="1500" i="1">
                <a:solidFill>
                  <a:srgbClr val="FFFFFF"/>
                </a:solidFill>
              </a:rPr>
              <a:t>Créer et enrichir une tâche depuis n'importe quelle vue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Création depuis toutes les vues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Nouvelle tâche depuis le calendrier (avec date pré-remplie), depuis le Kanban (avec statut pré-rempli), ou depuis la vue tableau.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Champs disponibles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Titre, description, statut, priorité, assigné(s), groupe, date de début, échéance, catégorie, tag, récurrence (aucune / quotidienne / hebdo / bi-hebdo / mensuelle / trimestrielle / annuelle), temps estimé.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Sous-tâches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Découpage d'une tâche en sous-tâches, chacune avec son responsable, son échéance et son statut ; avancement affiché (ex. 3/5).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Fiche détaillée de tâche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Commentaires (avec historique), pièces jointes (téléchargement et visualisation d'images/PDF), badges d'échéance et de blocage, matrice RACI de la tâche.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Ce que l'Editor ne peut pas faire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Supprimer définitivement une tâche (action réservée à l'Owner) ; les modifications de contenu restent pleinement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" cy="1463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Suivi des projets</a:t>
            </a:r>
          </a:p>
          <a:p>
            <a:r>
              <a:rPr sz="1500" i="1">
                <a:solidFill>
                  <a:srgbClr val="FFFFFF"/>
                </a:solidFill>
              </a:rPr>
              <a:t>Consulter et suivre l'avancement, sans gérer la structure des projets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Onglet Projets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Liste des projets avec : nombre de tâches rattachées, responsable (Lead), chef de projet (CdpBep), créateur, et badge de statut (Actif / Terminé / Archivé).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Filtre « Mes projets »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N'afficher que les projets créés par moi ou qui me sont assignés ; utile pour se concentrer sur son périmètre.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Suivi de l'avancement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Pour chaque projet, comptage des tâches et visualisation de leur statut dans les vues Calendrier, Kanban, Gantt et Planning après sélection du projet.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Périmètre réservé à l'Owner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Création, modification et suppression d'un projet (boutons « Nouveau projet », crayon, corbeille) : non disponibles pour l'Editor.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" cy="1463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Gestion des absences</a:t>
            </a:r>
          </a:p>
          <a:p>
            <a:r>
              <a:rPr sz="1500" i="1">
                <a:solidFill>
                  <a:srgbClr val="FFFFFF"/>
                </a:solidFill>
              </a:rPr>
              <a:t>Principes de gestion des absences / congés dans Grist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Principe de gestion des absences / congés dans Grist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Les absences sont gérées comme des tâches d'un type dédié dans la table des tâches : une absence = une ligne, avec une date de début, une échéance et un statut. Aucune table séparée n'est nécessaire.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Visualisation : l'absence apparaît dans le Calendrier, le Gantt et le Planning comme toute autre tâche, ce qui permet d'anticiper la charge d'équipe et les conflits.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Noms des tâches d'absence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Congé : congé payé, RTT, congé annuel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Concours : préparation / participation à un concours ou examen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Maladie : arrêt maladie, absence pour raison médicale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Formation : stage, session de formation, certification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Mission : déplacement professionnel, rendez-vous externe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Statut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Les statuts standards du widget s'appliquent : À faire (demande d'absence à valider), En cours (absence en cours), Terminé (absence passée et clôturée).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Astuce : utiliser le champ Catégorie ou Tag (ex. « Absence ») pour filtrer rapidement l'ensemble des absences dans le calendrier et le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" cy="1463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01168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Bonnes pratiques pour l'Editor</a:t>
            </a:r>
          </a:p>
          <a:p>
            <a:r>
              <a:rPr sz="1500" i="1">
                <a:solidFill>
                  <a:srgbClr val="FFFFFF"/>
                </a:solidFill>
              </a:rPr>
              <a:t>Tirer le meilleur du widget dans le suivi de son activité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Rester focus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Activer les filtres « Mes projets » et « Mes tâches » pour ne voir que ce qui me concerne ; réinitialiser d'un clic via la croix du bandeau de filtres.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Structurer le travail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Découper les tâches en sous-tâches avec responsable et échéance ; utiliser les commentaires et pièces jointes pour conserver l'historique et le contexte.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Anticiper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S'appuyer sur le Gantt (zoom) et le Planning (6 mois) pour anticiper la charge, les dépendances et les absences ; repérer les badges « En retard » et « Échéance aujourd'hui ».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</a:rPr>
              <a:t>▸  Limites à connaître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</a:rPr>
              <a:t>•  Pas de création / modification / suppression de projet, pas de suppression de tâche, pas de configuration du widget : pour ces besoins, se rapprocher d'un Owner du document.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